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8000" y="288000"/>
            <a:ext cx="10116000" cy="6984000"/>
          </a:xfrm>
          <a:prstGeom prst="rect">
            <a:avLst/>
          </a:prstGeom>
          <a:noFill/>
          <a:ln w="1016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288000"/>
            <a:ext cx="10116000" cy="900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00" y="1368000"/>
            <a:ext cx="972000" cy="9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0000" y="2520000"/>
            <a:ext cx="8532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A1B9A"/>
                </a:solidFill>
              </a:rPr>
              <a:t>DIPLÔME D'HONNEUR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3600000"/>
            <a:ext cx="8532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>
                <a:solidFill>
                  <a:srgbClr val="202020"/>
                </a:solidFill>
              </a:rPr>
              <a:t>{{ student_name 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4500000"/>
            <a:ext cx="8532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</a:rPr>
              <a:t>{{ academy_name }} — {{ school_year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6120000"/>
            <a:ext cx="8532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02020"/>
                </a:solidFill>
              </a:rPr>
              <a:t>Délivré le {{ issue_date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